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499d1a03d9420d" /><Relationship Type="http://schemas.openxmlformats.org/officeDocument/2006/relationships/extended-properties" Target="/docProps/app.xml" Id="R15615dfa0eda4596" /><Relationship Type="http://schemas.openxmlformats.org/officeDocument/2006/relationships/officeDocument" Target="/ppt/presentation.xml" Id="R12fc790313ba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3979a364745d4"/>
  </p:sldMasterIdLst>
  <p:notesMasterIdLst>
    <p:notesMasterId xmlns:r="http://schemas.openxmlformats.org/officeDocument/2006/relationships" r:id="R3965263df6b34816"/>
  </p:notesMasterIdLst>
  <p:sldIdLst>
    <p:sldId xmlns:r="http://schemas.openxmlformats.org/officeDocument/2006/relationships" id="256" r:id="Rc5d76b9772f04575"/>
    <p:sldId xmlns:r="http://schemas.openxmlformats.org/officeDocument/2006/relationships" id="257" r:id="Rb3e46859a4eb4020"/>
    <p:sldId xmlns:r="http://schemas.openxmlformats.org/officeDocument/2006/relationships" id="258" r:id="R1a7cc3d1d7704d5b"/>
    <p:sldId xmlns:r="http://schemas.openxmlformats.org/officeDocument/2006/relationships" id="259" r:id="R5812850e83f54b74"/>
    <p:sldId xmlns:r="http://schemas.openxmlformats.org/officeDocument/2006/relationships" id="260" r:id="R12e6772908b6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4c91b195054cd9" /><Relationship Type="http://schemas.openxmlformats.org/officeDocument/2006/relationships/slideMaster" Target="/ppt/slideMasters/slideMaster1.xml" Id="R0163979a364745d4" /><Relationship Type="http://schemas.openxmlformats.org/officeDocument/2006/relationships/notesMaster" Target="/ppt/notesMasters/notesMaster1.xml" Id="R3965263df6b34816" /><Relationship Type="http://schemas.openxmlformats.org/officeDocument/2006/relationships/presProps" Target="/ppt/presProps.xml" Id="R198de93d9f4844d3" /><Relationship Type="http://schemas.openxmlformats.org/officeDocument/2006/relationships/tableStyles" Target="/ppt/tableStyles.xml" Id="R3c7f0f1f3e194da3" /><Relationship Type="http://schemas.openxmlformats.org/officeDocument/2006/relationships/slide" Target="/ppt/slides/slide1.xml" Id="Rc5d76b9772f04575" /><Relationship Type="http://schemas.openxmlformats.org/officeDocument/2006/relationships/slide" Target="/ppt/slides/slide2.xml" Id="Rb3e46859a4eb4020" /><Relationship Type="http://schemas.openxmlformats.org/officeDocument/2006/relationships/slide" Target="/ppt/slides/slide3.xml" Id="R1a7cc3d1d7704d5b" /><Relationship Type="http://schemas.openxmlformats.org/officeDocument/2006/relationships/slide" Target="/ppt/slides/slide4.xml" Id="R5812850e83f54b74" /><Relationship Type="http://schemas.openxmlformats.org/officeDocument/2006/relationships/slide" Target="/ppt/slides/slide5.xml" Id="R12e6772908b6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e26f2ee2bb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db62a1b8748e2" /><Relationship Type="http://schemas.openxmlformats.org/officeDocument/2006/relationships/notesMaster" Target="/ppt/notesMasters/notesMaster1.xml" Id="R844a9fda472d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f8372b9c064aac" /><Relationship Type="http://schemas.openxmlformats.org/officeDocument/2006/relationships/notesMaster" Target="/ppt/notesMasters/notesMaster1.xml" Id="R28ae8323b684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23d9f1b70343d0" /><Relationship Type="http://schemas.openxmlformats.org/officeDocument/2006/relationships/notesMaster" Target="/ppt/notesMasters/notesMaster1.xml" Id="Ra3fb70dc6c8b4c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f71de36c94ad8" /><Relationship Type="http://schemas.openxmlformats.org/officeDocument/2006/relationships/notesMaster" Target="/ppt/notesMasters/notesMaster1.xml" Id="R3cddfec4118440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4012aab264c30" /><Relationship Type="http://schemas.openxmlformats.org/officeDocument/2006/relationships/notesMaster" Target="/ppt/notesMasters/notesMaster1.xml" Id="R7a95cd1c5b224e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asset: presentation-assets/gerrys-webpage-in-laptop.png</a:t>
            </a:r>
          </a:p>
          <a:p xmlns:a="http://schemas.openxmlformats.org/drawingml/2006/main">
            <a:r>
              <a:t>Deployment URL from project demo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asset: presentation-assets/gerrys-current-homepage-chatbot.png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code mapping from frontend src pages and services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evidence screenshots: ACR repositories, kubectl pods, GitHub Actions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Team role summary from project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8c61924c347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9d0080eeca4293" /><Relationship Type="http://schemas.openxmlformats.org/officeDocument/2006/relationships/slideLayout" Target="/ppt/slideLayouts/slideLayout1.xml" Id="R5cfddac932aa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ddac932aa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b2d8395b64c88" /><Relationship Type="http://schemas.openxmlformats.org/officeDocument/2006/relationships/image" Target="/ppt/media/image.png" Id="R27c0c59384b04763" /><Relationship Type="http://schemas.openxmlformats.org/officeDocument/2006/relationships/notesSlide" Target="/ppt/notesSlides/notesSlide1.xml" Id="Rc1e4d59c9bd243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28a78ea134e94" /><Relationship Type="http://schemas.openxmlformats.org/officeDocument/2006/relationships/image" Target="/ppt/media/image2.png" Id="R127ba868e34b4516" /><Relationship Type="http://schemas.openxmlformats.org/officeDocument/2006/relationships/notesSlide" Target="/ppt/notesSlides/notesSlide2.xml" Id="R158a05b43468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235a22d6f4a95" /><Relationship Type="http://schemas.openxmlformats.org/officeDocument/2006/relationships/notesSlide" Target="/ppt/notesSlides/notesSlide3.xml" Id="R3631da26511840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4ba7c52e4705" /><Relationship Type="http://schemas.openxmlformats.org/officeDocument/2006/relationships/image" Target="/ppt/media/image3.png" Id="R13a9ce6747ee41ec" /><Relationship Type="http://schemas.openxmlformats.org/officeDocument/2006/relationships/image" Target="/ppt/media/image4.png" Id="Raac08756361747f0" /><Relationship Type="http://schemas.openxmlformats.org/officeDocument/2006/relationships/image" Target="/ppt/media/image5.png" Id="R47d7b6dd9b234def" /><Relationship Type="http://schemas.openxmlformats.org/officeDocument/2006/relationships/notesSlide" Target="/ppt/notesSlides/notesSlide4.xml" Id="Rc2ed3190320a40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2026c2fa84e61" /><Relationship Type="http://schemas.openxmlformats.org/officeDocument/2006/relationships/notesSlide" Target="/ppt/notesSlides/notesSlide5.xml" Id="R9e3f9aa2c4344b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4230F-CE92-432D-AE77-F8C2A9A9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56AAE-9D4E-4BAA-B8ED-7CB577E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solidFill>
              <a:srgbClr val="0B1D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A35A2-F1F3-46F0-AEA6-6F582991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TECHNICAL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A2DC-14CC-4F88-8661-15AB6404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Gerry's Docks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1A2AC-FF9D-4326-A3EA-13A089B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Live deployed quote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3A353-CCC8-48DC-A7B0-FE8B99E0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F4C"/>
                </a:solidFill>
              </a:defRPr>
            </a:pPr>
            <a:r>
              <a:rPr sz="1725" b="1">
                <a:solidFill>
                  <a:srgbClr val="132F4C"/>
                </a:solidFill>
              </a:rPr>
              <a:t>Backend APIs  |  Microservices  |  Azure AKS  |  CI/CD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8201-F3FA-4AD5-A63C-E4886D9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31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889C5-D8CE-4F9F-8617-7D27B19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5E14"/>
                </a:solidFill>
              </a:defRPr>
            </a:pPr>
            <a:r>
              <a:rPr sz="1200" b="1">
                <a:solidFill>
                  <a:srgbClr val="C25E14"/>
                </a:solidFill>
              </a:rPr>
              <a:t>Live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2BB17-740A-4B74-8153-2138376E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http://20.175.132.45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0c59384b04763"/>
          <a:srcRect xmlns:a="http://schemas.openxmlformats.org/drawingml/2006/main" l="11944" t="0" r="119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219200"/>
            <a:ext cx="54102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B2796-1702-415C-A38F-FEEBB33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Gerry's Docks technical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DE71-572F-47F7-9E1E-6D55CCF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9352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7AD4F-982C-4B79-926E-878C9659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5E14"/>
                </a:solidFill>
              </a:defRPr>
            </a:pPr>
            <a:r>
              <a:rPr sz="975" b="1">
                <a:solidFill>
                  <a:srgbClr val="C25E14"/>
                </a:solidFill>
              </a:rPr>
              <a:t>LIVE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1B700-5F12-412F-85CD-5387133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Show the best user journey first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ba868e34b4516"/>
          <a:stretch xmlns:a="http://schemas.openxmlformats.org/drawingml/2006/main"/>
        </p:blipFill>
        <p:spPr>
          <a:xfrm xmlns:a="http://schemas.openxmlformats.org/drawingml/2006/main">
            <a:off x="6477000" y="1589972"/>
            <a:ext cx="4953000" cy="2573157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A3C82-5CD8-48BF-933E-BCA3068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33AB4-5A8A-42BC-98D1-E4514960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ED17A-BCC0-4C2D-85BC-A5577E6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Browse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E444E-7A4F-4DC6-9797-E60F10AD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Catalog + 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5BC2E-BCDD-4566-A7C2-EF81F993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C8829-E41C-438B-9EED-08B12138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E14"/>
          </a:solidFill>
          <a:ln xmlns:a="http://schemas.openxmlformats.org/drawingml/2006/main" w="9525">
            <a:solidFill>
              <a:srgbClr val="C25E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11571-DB29-4B25-93AC-94B4218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669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0344A-E212-42FA-8787-DC6B6ED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670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3BCBA-AFC1-4DD5-AD15-BC9397E7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194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Submit quote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E2878-0ED1-4594-BF83-0963C62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098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410C8-DCD8-4DA6-9DEE-9A60CE7E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20C69-05B4-4F82-AC5A-5BAD1D7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669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78A1D-E42E-4C5E-B43B-00ED4BE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9FB00-3BAF-41F8-AE61-8F8077D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194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Login +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AF6E4-DCA1-4B2F-9CAC-7DAE1A9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098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solidFill>
              <a:srgbClr val="D8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188BF-B1C9-46DE-9A81-F3D4AD9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D31ED-A784-4FFA-BB44-C4D2669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669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D615E-0481-4ECA-A0F8-811635B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F4FE6-2535-4006-B5C2-A5F8278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Saved data appears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FFDC6-323F-4842-980B-CF3CB815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876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F77A0-8300-43AE-B94D-76B8543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5E14"/>
                </a:solidFill>
              </a:defRPr>
            </a:pPr>
            <a:r>
              <a:rPr sz="1275" b="1">
                <a:solidFill>
                  <a:srgbClr val="C25E14"/>
                </a:solidFill>
              </a:rPr>
              <a:t>Presenter cue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73430-C93E-4046-9B0D-020DB11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Use keyboard shortcuts while moving through the live site.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827FC-5B82-40EB-8DC1-597EF4B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Gerry's Docks technical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42E14-286B-4F8B-A139-A66642DB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9309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D4856-E198-43E3-8AA0-2059A50A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5E14"/>
                </a:solidFill>
              </a:defRPr>
            </a:pPr>
            <a:r>
              <a:rPr sz="975" b="1">
                <a:solidFill>
                  <a:srgbClr val="C25E14"/>
                </a:solidFill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EEA49-85DD-4858-B9DD-7AE04E74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Frontend actions map to API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1CB60-2B2A-4C62-8038-056646F4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28950" cy="34290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0A0FB-A89D-4F84-95BD-793C152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28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08367-C3A2-4970-8FB8-2466965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Frontend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5F025-BBE3-492E-A088-3AA5BCC8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457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Catalog loads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Quote submitted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Admin logs in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Product changed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Quotes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D4A44-4733-488F-BC26-EFE13FF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3028950" cy="34290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932A5-E327-4554-9601-01032C3A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3028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E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FFB3A-A2DE-46FE-A877-8332A941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API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799BE-3D69-41EF-936D-B51CFA6D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457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GET /api/products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POST /api/quotes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POST /api/admin/login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POST/PUT/DELETE /api/products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GET /api/quotes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ABF79-2F4A-48EF-9A6C-3A6250A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028950" cy="34290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C2C73-F4C3-4814-BC1C-C0178CF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028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AEFAA-2753-4E5E-8A46-D8F91B07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BD7BB-056C-4778-A966-BAB189C3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2457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product-service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quote-service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admin-service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product-service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quote-service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98C0C-314B-44ED-BFF0-CC54188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D33"/>
                </a:solidFill>
              </a:defRPr>
            </a:pPr>
            <a:r>
              <a:rPr sz="1800" b="1">
                <a:solidFill>
                  <a:srgbClr val="0B1D33"/>
                </a:solidFill>
              </a:rPr>
              <a:t>Protected admin actions require a JWT token before database changes are allowed.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3657E-3975-49C3-A54D-E04311E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Gerry's Docks technical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03B66-2A79-4A76-BB98-60EA6400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0493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22CCD-684C-4FC5-85F1-196265F5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5E14"/>
                </a:solidFill>
              </a:defRPr>
            </a:pPr>
            <a:r>
              <a:rPr sz="975" b="1">
                <a:solidFill>
                  <a:srgbClr val="C25E14"/>
                </a:solidFill>
              </a:rPr>
              <a:t>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59232-4368-46AE-8DF5-83FBE3E0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Deployment evidence is visible in Azure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9ce6747ee41ec"/>
          <a:srcRect xmlns:a="http://schemas.openxmlformats.org/drawingml/2006/main" l="8726" t="0" r="8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08756361747f0"/>
          <a:srcRect xmlns:a="http://schemas.openxmlformats.org/drawingml/2006/main" l="3435" t="0" r="34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52400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7b6dd9b234def"/>
          <a:srcRect xmlns:a="http://schemas.openxmlformats.org/drawingml/2006/main" l="0" t="14886" r="0" b="14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152400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3E36-D011-4BBE-A22C-C730C3E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25E14"/>
                </a:solidFill>
              </a:defRPr>
            </a:pPr>
            <a:r>
              <a:rPr sz="1875" b="1">
                <a:solidFill>
                  <a:srgbClr val="C25E14"/>
                </a:solidFill>
              </a:rPr>
              <a:t>ACR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1B1F-D8A2-49D6-9E4C-391E9745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AKS pods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F4EDB-CB5E-46C4-B0F8-C83014B1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CI/CD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681A7-BB20-4666-A51C-1017B2F8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GitHub push  →  Docker build  →  Azure Container Registry  →  Azure Kubernetes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5C57D-1D0B-4E84-8B06-707F0C5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Gerry's Docks technical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715C9-2BDC-490B-AC60-7842BEF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5425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F6A50-A96B-4B6F-B172-CEE5D28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</a:defRPr>
            </a:pPr>
            <a:r>
              <a:rPr sz="1125" b="1">
                <a:solidFill>
                  <a:srgbClr val="FBBF24"/>
                </a:solidFill>
              </a:rPr>
              <a:t>READY FOR CLIENT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0CD85-8106-4FA0-847E-A1232AD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What the demo proves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34164-F2FA-4B4E-8066-A0336C9A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A46"/>
          </a:solidFill>
          <a:ln xmlns:a="http://schemas.openxmlformats.org/drawingml/2006/main" w="9525">
            <a:solidFill>
              <a:srgbClr val="2548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A18EF-A82A-4174-98E1-0AFF6BD7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A51D0-33DE-4CFD-B0B6-C4F8488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71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Deployed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84A1A-FD10-4C41-AF46-CAF1706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Live cloud-hosted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91CF9-97A4-473D-839F-72D9FFE0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A46"/>
          </a:solidFill>
          <a:ln xmlns:a="http://schemas.openxmlformats.org/drawingml/2006/main" w="9525">
            <a:solidFill>
              <a:srgbClr val="2548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05FA9-935C-49BA-A89F-AB87FC0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E14"/>
          </a:solidFill>
          <a:ln xmlns:a="http://schemas.openxmlformats.org/drawingml/2006/main" w="0">
            <a:solidFill>
              <a:srgbClr val="C25E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968B5-250B-4DF5-A46D-CE1B25D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Integrated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DC6E5-CB0F-4B1E-B816-3D0C3A53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Frontend, APIs, database,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B7927-8E38-4442-956A-8E1378B3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A46"/>
          </a:solidFill>
          <a:ln xmlns:a="http://schemas.openxmlformats.org/drawingml/2006/main" w="9525">
            <a:solidFill>
              <a:srgbClr val="2548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FD3EC-34DC-45A4-91F2-638760EA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5187A-544F-4310-BE41-1F1DA03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Automated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01958-54CF-48A1-A674-F21C891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52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Docker + AKS + 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A48A3-563B-443F-A22A-B70F096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Contribution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B1ECD-F55C-49FD-A126-5B65031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Kanwar: backend, microservices, Azure, CI/CD</a:t>
            </a:r>
          </a:p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Moin: frontend UX</a:t>
            </a:r>
          </a:p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Davinderdeep: database</a:t>
            </a:r>
          </a:p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Simranjit: AI assistant +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45C96-D7E2-4D28-BB6B-EAA27B6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Gerry's Docks technical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E184E-3FBF-4483-A622-B2E93C1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89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2026-07-29T03:06:39.4040000Z</dcterms:created>
  <dcterms:modified xsi:type="dcterms:W3CDTF">2026-07-29T03:06:39.4040000Z</dcterms:modified>
</coreProperties>
</file>